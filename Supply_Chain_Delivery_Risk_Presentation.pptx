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Accuracy by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942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85</c:v>
                </c:pt>
                <c:pt idx="2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9424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942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8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Kavita P, USN RTU24101CS050, from Rai Technology University. Today I will present my project on predicting supply chain delivery risk using three machine learning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overview of what this presentation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Deliveries that arrive late cost money twice: once in operations and once in customer trust. Machine learning lets us see that risk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timing. Existing tools tell you a shipment is late; this system tells you it is likely to be late while there is still time to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running from raw data all the way to a prediction for a new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model serves four operational teams — anywhere a delivery promise is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stages from raw dataset to a risk prediction. Encoding and scaling happen before any model sees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 of increasing complexity: a linear baseline, a bagging ensemble, and a boosting ensemble.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project runs comfortably on a standard student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orders and 13 columns. Small by design — this is an experimental prototype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scenarios used to check that the system responds sensibly to each risk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gave the strongest overall performance, followed by Logistic Regression and Gradient Boosting, both of which trailed mainly on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models rarely raise a false alarm, but they do miss some real risks. More data is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machine learning can predict delivery risk, and Random Forest is the best fit here. Future work adds live data and a larger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references for the three algorithms and the library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 am 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480560"/>
            <a:ext cx="2926080" cy="29260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Delivery Risk Prediction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2724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Regression, Random Forest and Gradient Boosting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2D3872"/>
          </a:solidFill>
          <a:ln w="12700">
            <a:solidFill>
              <a:srgbClr val="2D38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4622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USN: RTU24101CS050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Technology University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57800" y="3977640"/>
            <a:ext cx="4343400" cy="1508760"/>
          </a:xfrm>
          <a:prstGeom prst="roundRect">
            <a:avLst>
              <a:gd name="adj" fmla="val 4848"/>
            </a:avLst>
          </a:prstGeom>
          <a:solidFill>
            <a:srgbClr val="2D3872"/>
          </a:solidFill>
          <a:ln w="12700">
            <a:solidFill>
              <a:srgbClr val="2D38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46227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S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27/09/2026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581912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99616" y="158191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34256" y="1417320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35424" y="1581912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266944" y="158191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1584" y="1417320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02752" y="1581912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034272" y="158191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2587752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752344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99616" y="275234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34256" y="2587752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35424" y="2752344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275234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01584" y="2587752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2752" y="2752344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034272" y="275234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3758184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3922776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499616" y="392277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34256" y="3758184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35424" y="3922776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5266944" y="392277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101584" y="3758184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02752" y="3922776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034272" y="392277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66928" y="4928616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" y="5093208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499616" y="50932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334256" y="4928616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35424" y="5093208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5266944" y="50932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101584" y="4928616"/>
            <a:ext cx="3493008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02752" y="5093208"/>
            <a:ext cx="685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9034272" y="50932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 performance is central to business operations. Late deliveries erode customer satisfaction and increase operational cost.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machine learning to predict whether an order is at risk of late delivery, using order- and shipping-related information collected across the supply chain.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12280" y="1600200"/>
            <a:ext cx="4809744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59168" y="196596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591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99248" y="17830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delay directly affects satisfaction and repeat business.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017520"/>
            <a:ext cx="4809744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59168" y="33832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916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99248" y="32004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trigger re-routing, penalties and extra handling.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4434840"/>
            <a:ext cx="4809744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9168" y="48006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59168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699248" y="46177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don't react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flagged before the order is dispatched.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delivery-tracking systems often flag risk only after a delay has already occurred, leaving little room for preventive action.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487168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724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the delay is already in progress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arrive too late for corrective action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manual judgement and rules of thumb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informed after the promise is broken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81928" y="2487168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E3EEF3"/>
          </a:solidFill>
          <a:ln w="12700">
            <a:solidFill>
              <a:srgbClr val="E3EE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724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1089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— risk is estimated before dispatch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historical order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three algorithms to pick the best fit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preventive action and early customer notice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719072"/>
            <a:ext cx="484632" cy="4846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719072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15727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supply chain delivery data to identify patterns associated with delay.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651760"/>
            <a:ext cx="484632" cy="4846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651760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250545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and prepare the dataset for machine learning.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43814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584448"/>
            <a:ext cx="484632" cy="4846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584448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343814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Regression, Random Forest and Gradient Boosting models.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437083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517136"/>
            <a:ext cx="484632" cy="4846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517136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36192" y="437083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using standard evaluation metrics.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53035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5449824"/>
            <a:ext cx="484632" cy="4846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44982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536192" y="530352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risk of late delivery for new, unseen orders.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24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can be applied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01168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18488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26974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risky customer orders before they are shipped.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81928" y="16916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01168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0196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2039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6974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 or re-prioritise shipments predicted to slip.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406908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18488" y="4096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4754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workload when high load drives up delay risk.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81928" y="37490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406908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01968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096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601968" y="47548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carriers and vehicles to high-risk deliveries.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risky deliveries are identified in advance, so teams can reallocate resources or notify customers proactively.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24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follows a standard machine learning pipeline</a:t>
            </a:r>
            <a:endParaRPr lang="en-US" sz="1400" dirty="0"/>
          </a:p>
        </p:txBody>
      </p:sp>
      <p:pic>
        <p:nvPicPr>
          <p:cNvPr id="6" name="Image 0" descr="word/media/30a2d22c1533e9a6045afb39386faeea16965df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8800"/>
            <a:ext cx="11064240" cy="2048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224528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mode, customer segment, product category and region are converted using One-Hot Encoding.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81928" y="4224528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4800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distance, processing time and warehouse workload are standardized using StandardScaler before training.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93008" cy="3611880"/>
          </a:xfrm>
          <a:prstGeom prst="roundRect">
            <a:avLst>
              <a:gd name="adj" fmla="val 209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084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80360"/>
            <a:ext cx="2944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classification algorithm used as a baseline to estimate the probability of late-delivery risk.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4256" y="1645920"/>
            <a:ext cx="3493008" cy="3611880"/>
          </a:xfrm>
          <a:prstGeom prst="roundRect">
            <a:avLst>
              <a:gd name="adj" fmla="val 209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164592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8576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084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2880360"/>
            <a:ext cx="2944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 whose combined predictions improve accuracy and reduce overfitting compared to a single tree.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645920"/>
            <a:ext cx="3493008" cy="3611880"/>
          </a:xfrm>
          <a:prstGeom prst="roundRect">
            <a:avLst>
              <a:gd name="adj" fmla="val 209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645920"/>
            <a:ext cx="3493008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75904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084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880360"/>
            <a:ext cx="2944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decision trees sequentially, with each new tree correcting the errors of the previous ones.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Hardware 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/ Google Colab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5184648" cy="402336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84848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260604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 processor or equivalent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storage for dataset and model files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16459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16459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3368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373368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split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70848" y="16459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08008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208008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520440"/>
            <a:ext cx="6766560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307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mode, customer segment, product category, region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distance, processing time, shipping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delays, warehouse workload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80960" y="3520440"/>
            <a:ext cx="3950208" cy="2194560"/>
          </a:xfrm>
          <a:prstGeom prst="roundRect">
            <a:avLst>
              <a:gd name="adj" fmla="val 3333"/>
            </a:avLst>
          </a:prstGeom>
          <a:solidFill>
            <a:srgbClr val="E3EEF3"/>
          </a:solidFill>
          <a:ln w="12700">
            <a:solidFill>
              <a:srgbClr val="E3EE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73568" y="3730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4114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Late_Delivery_Risk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=  low / no risk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=  late-delivery risk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704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small prototype sample; the final implementation will use a larger dataset for more reliable results.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303520"/>
                <a:gridCol w="49377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delivery conditions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No risk prediction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shipping distance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 increases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warehouse workload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 increases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previous delays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risk prediction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valid order submitted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returns a risk prediction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and Discussion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241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— 80 training orders, 20 test orders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822960"/>
                <a:gridCol w="822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942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114800"/>
            <a:ext cx="576072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43159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performer: Random Forest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7091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 accuracy and the highest F1-score (0.80). Logistic Regression and Gradient Boosting trailed mainly on recall.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537960" y="1737360"/>
          <a:ext cx="5074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— What the Numbers Mean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model predicts “high risk”, it is almost always correct.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3EEF3"/>
          </a:solidFill>
          <a:ln w="12700">
            <a:solidFill>
              <a:srgbClr val="E3EE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5152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recall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genuinely at-risk orders are still being missed.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9872" y="1737360"/>
            <a:ext cx="3511296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331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100 orders — too few examples of the delayed class to learn from.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8862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55371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precision–recall pattern is common with small datasets and is expected to improve once the models are retrained on a larger, production-scale dataset. Random Forest is currently the most suitable model, balancing accuracy with reasonable interpretability.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480560"/>
            <a:ext cx="2926080" cy="29260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machine learning can effectively predict supply chain delivery risk. Comparing Logistic Regression, Random Forest and Gradient Boosting helps identify a model that balances accuracy and interpretability for this problem.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2D3872"/>
          </a:solidFill>
          <a:ln w="12700">
            <a:solidFill>
              <a:srgbClr val="2D38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376732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43708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traffic, weather and GPS feeds.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5204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2D3872"/>
          </a:solidFill>
          <a:ln w="12700">
            <a:solidFill>
              <a:srgbClr val="2D38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376732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9432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43708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production-scale order history.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352044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2D3872"/>
          </a:solidFill>
          <a:ln w="12700">
            <a:solidFill>
              <a:srgbClr val="2D38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376732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19872" y="43708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 inside delivery management tools.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5778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 support proactive delivery management across e-commerce, logistics and warehousing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566928" cy="5669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29184"/>
            <a:ext cx="10332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97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97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Friedman, J. H. (2001). Greedy Function Approximation: A Gradient Boosting Machine.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6576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57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Géron, A. Hands-On Machine Learning with Scikit-Learn, Keras &amp; TensorFlow.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617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617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617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9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 et al. (2011). Scikit-learn: Machine Learning in Python.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27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|  RTU24101CS050  |  Rai Technology University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3276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480560"/>
            <a:ext cx="2926080" cy="29260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Kavita P  ·  USN RTU24101CS050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Technology University  ·  Guided by Abhishek 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Delivery Risk Prediction</dc:title>
  <dc:subject>PptxGenJS Presentation</dc:subject>
  <dc:creator>Kavita P</dc:creator>
  <cp:lastModifiedBy>Kavita P</cp:lastModifiedBy>
  <cp:revision>1</cp:revision>
  <dcterms:created xsi:type="dcterms:W3CDTF">2026-09-16T05:09:52Z</dcterms:created>
  <dcterms:modified xsi:type="dcterms:W3CDTF">2026-09-16T05:09:52Z</dcterms:modified>
</cp:coreProperties>
</file>